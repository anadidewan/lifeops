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LifeOS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50505A"/>
                </a:solidFill>
              </a:defRPr>
            </a:pPr>
            <a:r>
              <a:t>Your autonomous AI operating system for student life</a:t>
            </a:r>
          </a:p>
          <a:p>
            <a:pPr>
              <a:defRPr sz="2000">
                <a:solidFill>
                  <a:srgbClr val="50505A"/>
                </a:solidFill>
              </a:defRPr>
            </a:pPr>
          </a:p>
          <a:p>
            <a:pPr>
              <a:defRPr sz="2000">
                <a:solidFill>
                  <a:srgbClr val="50505A"/>
                </a:solidFill>
              </a:defRPr>
            </a:pPr>
            <a:r>
              <a:t>Plan smarter · Recover faster · Stay ahead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/>
            </a:pPr>
            <a:r>
              <a:t>Coursework, meetings, and deadlines spread across tools</a:t>
            </a:r>
          </a:p>
          <a:p>
            <a:pPr>
              <a:spcAft>
                <a:spcPts val="800"/>
              </a:spcAft>
              <a:defRPr sz="1800"/>
            </a:pPr>
            <a:r>
              <a:t>Hard to see what matters this week — and what might slip</a:t>
            </a:r>
          </a:p>
          <a:p>
            <a:pPr>
              <a:spcAft>
                <a:spcPts val="800"/>
              </a:spcAft>
              <a:defRPr sz="1800"/>
            </a:pPr>
            <a:r>
              <a:t>Students need a single place to plan, react, and recover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LifeOS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/>
            </a:pPr>
            <a:r>
              <a:t>A focused control center for academic life (not another generic to-do app)</a:t>
            </a:r>
          </a:p>
          <a:p>
            <a:pPr>
              <a:spcAft>
                <a:spcPts val="800"/>
              </a:spcAft>
              <a:defRPr sz="1800"/>
            </a:pPr>
            <a:r>
              <a:t>Landing experience that explains value: autonomous AI for planning and follow-through</a:t>
            </a:r>
          </a:p>
          <a:p>
            <a:pPr>
              <a:spcAft>
                <a:spcPts val="800"/>
              </a:spcAft>
              <a:defRPr sz="1800"/>
            </a:pPr>
            <a:r>
              <a:t>Signed-in dashboard: weekly view, today’s plan, stress check-in, end-of-day review</a:t>
            </a:r>
          </a:p>
          <a:p>
            <a:pPr>
              <a:spcAft>
                <a:spcPts val="800"/>
              </a:spcAft>
              <a:defRPr sz="1800"/>
            </a:pPr>
            <a:r>
              <a:t>Designed for glassmorphism / dark UI — calm, modern, distraction-aware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/>
            </a:pPr>
            <a:r>
              <a:t>Hero &amp; marketing sections: trust, features, how it works, proactive “pre-failure” framing</a:t>
            </a:r>
          </a:p>
          <a:p>
            <a:pPr>
              <a:spcAft>
                <a:spcPts val="800"/>
              </a:spcAft>
              <a:defRPr sz="1800"/>
            </a:pPr>
            <a:r>
              <a:t>Dashboard: rolling week, task lists, modals for day detail and end-of-day review</a:t>
            </a:r>
          </a:p>
          <a:p>
            <a:pPr>
              <a:spcAft>
                <a:spcPts val="800"/>
              </a:spcAft>
              <a:defRPr sz="1800"/>
            </a:pPr>
            <a:r>
              <a:t>Authentication: email/password via Firebase; profile sync with backend API</a:t>
            </a:r>
          </a:p>
          <a:p>
            <a:pPr>
              <a:spcAft>
                <a:spcPts val="800"/>
              </a:spcAft>
              <a:defRPr sz="1800"/>
            </a:pPr>
            <a:r>
              <a:t>Personalized greeting using first name from account (time-of-day aware)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/>
            </a:pPr>
            <a:r>
              <a:t>Frontend: Next.js (App Router), React, Tailwind, Framer Motion</a:t>
            </a:r>
          </a:p>
          <a:p>
            <a:pPr>
              <a:spcAft>
                <a:spcPts val="800"/>
              </a:spcAft>
              <a:defRPr sz="1800"/>
            </a:pPr>
            <a:r>
              <a:t>Auth: Firebase Auth (Web SDK); server verifies ID tokens</a:t>
            </a:r>
          </a:p>
          <a:p>
            <a:pPr>
              <a:spcAft>
                <a:spcPts val="800"/>
              </a:spcAft>
              <a:defRPr sz="1800"/>
            </a:pPr>
            <a:r>
              <a:t>Backend: FastAPI — REST API (tasks, meetings, planner, auth)</a:t>
            </a:r>
          </a:p>
          <a:p>
            <a:pPr>
              <a:spcAft>
                <a:spcPts val="800"/>
              </a:spcAft>
              <a:defRPr sz="1800"/>
            </a:pPr>
            <a:r>
              <a:t>Data: PostgreSQL or SQLite locally; SQLAlchemy + Alembic migrations</a:t>
            </a:r>
          </a:p>
          <a:p>
            <a:pPr>
              <a:spcAft>
                <a:spcPts val="800"/>
              </a:spcAft>
              <a:defRPr sz="1800"/>
            </a:pPr>
            <a:r>
              <a:t>Integration pattern: Next.js API routes can proxy to the API (avoid CORS in dev)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accounts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/>
            </a:pPr>
            <a:r>
              <a:t>Firebase handles client sign-in; backend uses Firebase Admin to verify tokens</a:t>
            </a:r>
          </a:p>
          <a:p>
            <a:pPr>
              <a:spcAft>
                <a:spcPts val="800"/>
              </a:spcAft>
              <a:defRPr sz="1800"/>
            </a:pPr>
            <a:r>
              <a:t>Service account keys stay on the server — never in the browser bundle</a:t>
            </a:r>
          </a:p>
          <a:p>
            <a:pPr>
              <a:spcAft>
                <a:spcPts val="800"/>
              </a:spcAft>
              <a:defRPr sz="1800"/>
            </a:pPr>
            <a:r>
              <a:t>Users stored in app DB with Firebase UID linkage for a consistent profile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ideas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/>
            </a:pPr>
            <a:r>
              <a:t>Wire dashboard widgets to live tasks/meetings/planner endpoints</a:t>
            </a:r>
          </a:p>
          <a:p>
            <a:pPr>
              <a:spcAft>
                <a:spcPts val="800"/>
              </a:spcAft>
              <a:defRPr sz="1800"/>
            </a:pPr>
            <a:r>
              <a:t>Canvas/email integrations as described in marketing copy</a:t>
            </a:r>
          </a:p>
          <a:p>
            <a:pPr>
              <a:spcAft>
                <a:spcPts val="800"/>
              </a:spcAft>
              <a:defRPr sz="1800"/>
            </a:pPr>
            <a:r>
              <a:t>Mobile-friendly refinements and notifications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50505A"/>
                </a:solidFill>
              </a:defRPr>
            </a:pPr>
            <a:r>
              <a:t>LifeOS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